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pic>
        <p:nvPicPr>
          <p:cNvPr id="5" name="Image 0" descr="/Users/user/projects/Python/room_type_classifier/outputs/presentation_assets/av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3776"/>
            <a:ext cx="141732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4173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20482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типа помещения по фотографии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" y="28803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04495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в задаче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97480" y="28803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43784" y="304495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84378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ансамбля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91456" y="28803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04495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937760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ансамбля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85432" y="28803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31736" y="304495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031736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ансамбля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818120" y="658368"/>
            <a:ext cx="3474720" cy="516636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Финальное решение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83880" y="15087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ансамбль из трех моделей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 Nano, ResNet50, ResNet18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подготовлен на test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Streamlit-прототип добавлен для демонстрации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83880" y="4517136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459028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21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бизнес-смысл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должна определить тип комнаты по одной фотографии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81912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194767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задачи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14173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5819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72384" y="1947672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5819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01184" y="194767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127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Фотография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43400" y="278892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Модель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278892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127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Тип комнаты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11880" y="3886200"/>
            <a:ext cx="594360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3886200"/>
            <a:ext cx="594360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" y="548640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помещения может помогать в поиске и проверке объявлений</a:t>
            </a:r>
            <a:endParaRPr lang="en-US" sz="1200" dirty="0"/>
          </a:p>
          <a:p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обработка большого числа фотографий плохо масштабируется</a:t>
            </a:r>
            <a:endParaRPr lang="en-US" sz="1200" dirty="0"/>
          </a:p>
          <a:p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качество по всем классам, поэтому выбрана Macro F1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особенности разметки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Использованы фиксированные train, validation и test выборки из задания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trai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34440"/>
            <a:ext cx="571500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353312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44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16152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задаче указано 19 классов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084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16152" y="20116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train был найден лишний класс, которого не было в задании и validation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16152" y="28072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был удален, индексы были приведены к диапазону 0-18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" y="3584448"/>
            <a:ext cx="384048" cy="38404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6758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16152" y="36027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другое оставлен, так как он входит в официальные 19 классов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48006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5102352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Сложность: часть классов визуально близки друг к другу, а класс другое является сборным.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и подготовка данных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Нами был собран единый pipeline от raw-данных до dataloader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raw 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и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40864" y="2487168"/>
            <a:ext cx="338328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EDA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и проверки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9704" y="2487168"/>
            <a:ext cx="338328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3776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очистка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классов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38544" y="2487168"/>
            <a:ext cx="338328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processed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CSV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87384" y="2487168"/>
            <a:ext cx="338328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train / 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</a:rPr>
              <a:t>loaders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image-only подхода были оставлены нужные поля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табличные подсказки perform_top не использовались в обучении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дисбаланса добавлены class weights и weighted sampling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части слабых классов были использованы дополнительные heuristics данные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к моделям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Сравнивались несколько CNN-архитектур и один ранний внешний эксперимент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ResNet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Residual Network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baseline и сравнение глубины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926080" y="157276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EfficientNet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90672" y="233172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компактные CNN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B0 и B1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193792" y="157276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DenseNet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58384" y="233172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плотные связи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между слоями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61504" y="157276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6096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5A5F"/>
                </a:solidFill>
              </a:rPr>
              <a:t>ConvNeXt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26096" y="233172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современная CNN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Nano и Tiny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729216" y="157276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3808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YOLO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93808" y="233172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ранний pretrained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scene classifier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" y="44348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YOLO не был включен в финальное сравнение по Macro F1, так как модель не обучалась под наши 19 классов и возвращала свои scene-классы.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Эксперименты и DagsHub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использовался для общей истории запусков и сравнения моделей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dagsh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53312"/>
            <a:ext cx="2057400" cy="566928"/>
          </a:xfrm>
          <a:prstGeom prst="rect">
            <a:avLst/>
          </a:prstGeom>
        </p:spPr>
      </p:pic>
      <p:pic>
        <p:nvPicPr>
          <p:cNvPr id="8" name="Image 1" descr="/Users/user/projects/Python/room_type_classifier/outputs/presentation_assets/github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170432"/>
            <a:ext cx="566928" cy="5669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224028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63440" y="224028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41080" y="224028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8992" y="2606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Параметры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4920" y="2606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Метрики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70848" y="2606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Checkpoint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51560" y="30906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83480" y="30906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best_macro_f1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best_accuracy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best_val_loss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961120" y="309067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формат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outputs/models</a:t>
            </a:r>
            <a:endParaRPr lang="en-US" sz="1050" dirty="0"/>
          </a:p>
          <a:p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повторный inference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1520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Ссылка на DagsHub Experiments добавлена в текстовый отчет.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одиночный результат показала ConvNeXt Nano, но ансамбль оказался сильнее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model_f1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6995160" cy="33649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47304" y="158191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47304" y="194767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одиночный Macro F1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001000" y="26517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7304" y="28163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47304" y="318211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ансамбля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001000" y="38862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47304" y="40507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+0.022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47304" y="441655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к лучшей одиночной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85800" y="5650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Для финального сравнения брались лучшие run по каждой архитектуре из DagsHub Experiments.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также подтверждает выбор ансамбля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ансамбля получился лучший loss среди сравниваемых вариантов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model_los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69494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09560" y="1536192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4F4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847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Что это дает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23317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ансамбля подтверждается не только Macro F1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также выше, чем у одиночных моделей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ниже, значит вероятности модели стали стабильнее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Итоговое решение: ансамбль трех моделей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выбран как компромисс между score и сложностью inference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ensemble_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425196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645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A5F"/>
                </a:solidFill>
              </a:rPr>
              <a:t>ConvNeXt Nano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18120" y="1645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ED"/>
                </a:solidFill>
              </a:rPr>
              <a:t>ResNet50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0" y="1645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ResNet18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23560" y="2907792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тяжелый состав ансамбля также проверялся</a:t>
            </a:r>
            <a:endParaRPr lang="en-US" sz="1250" dirty="0"/>
          </a:p>
          <a:p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был небольшим, примерно на тысячные доли</a:t>
            </a:r>
            <a:endParaRPr lang="en-US" sz="1250" dirty="0"/>
          </a:p>
          <a:p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 текущий состав: сильный score и приемлемый inference</a:t>
            </a:r>
            <a:endParaRPr lang="en-US" sz="1250" dirty="0"/>
          </a:p>
          <a:p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можно обучить одну легкую модель на ответах ансамбля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подготовлен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сформирован на test_df.csv, без использования test в обучении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463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2104" y="18288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 в submission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71800" y="129844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1463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18104" y="18288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колонок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57800" y="129844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1463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04104" y="18288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диапазон классов</a:t>
            </a:r>
            <a:endParaRPr lang="en-US" sz="850" dirty="0"/>
          </a:p>
        </p:txBody>
      </p:sp>
      <p:pic>
        <p:nvPicPr>
          <p:cNvPr id="16" name="Image 0" descr="/Users/user/projects/Python/room_type_classifier/outputs/presentation_assets/submissio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51760"/>
            <a:ext cx="6355080" cy="2971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589520" y="26974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Проверки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0956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колонки image_id_ext и Predicted</a:t>
            </a:r>
            <a:endParaRPr lang="en-US" sz="1120" dirty="0"/>
          </a:p>
          <a:p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image_id_ext совпадает с test</a:t>
            </a:r>
            <a:endParaRPr lang="en-US" sz="1120" dirty="0"/>
          </a:p>
          <a:p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пропусков нет</a:t>
            </a:r>
            <a:endParaRPr lang="en-US" sz="1120" dirty="0"/>
          </a:p>
          <a:p>
            <a:r>
              <a:rPr lang="en-US" sz="11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доступен по ссылке из отчета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Streamlit-прототип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нужен для демонстрации работы модели на изображениях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streamlit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7818120" cy="45902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325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11827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645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Что показывает демо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3960" y="2148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одного или нескольких изображений</a:t>
            </a:r>
            <a:endParaRPr lang="en-US" sz="1060" dirty="0"/>
          </a:p>
          <a:p>
            <a:r>
              <a:rPr lang="en-US" sz="10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моделей через чекбоксы</a:t>
            </a:r>
            <a:endParaRPr lang="en-US" sz="1060" dirty="0"/>
          </a:p>
          <a:p>
            <a:r>
              <a:rPr lang="en-US" sz="10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ансамбль добавлен в список</a:t>
            </a:r>
            <a:endParaRPr lang="en-US" sz="1060" dirty="0"/>
          </a:p>
          <a:p>
            <a:r>
              <a:rPr lang="en-US" sz="106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класса и confidence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можно повторно запустить через README и just-команды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README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578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инструкции по запуску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justfile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36392" y="2578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основные команды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182880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DagsHub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76672" y="2578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история экспериментов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Docker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16952" y="2578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единое окружение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92640" y="182880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Streamlit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57232" y="2578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демонстрация inference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4617720"/>
            <a:ext cx="9875520" cy="676656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864608"/>
            <a:ext cx="9418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Ключевые команды: just prepare-data, just eval-ensemble, just make-submission, just run-streamlit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команды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участников был разделен по данным, моделям, инфраструктуре и демо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90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Сергей Яшин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team lead, preprocessing, ResNet18, MLflow, submission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90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Александр Райдюк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819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ResNet50, checkpoint, Streamlit-прототип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67919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43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Дмитрий Каримов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1729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uv, just, EfficientNet B0/B1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2679192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843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Иван Фролов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1729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YOLO experiment, ConvNeXt Tiny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4032504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97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Снежана Черныш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5262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DenseNet121, Docker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4032504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197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Ольга Арыкова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5262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ConvNeXt Nano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Нами был собран полный путь от данных до submission и демо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Classifier | команда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pic>
        <p:nvPicPr>
          <p:cNvPr id="7" name="Image 0" descr="/Users/user/projects/Python/room_type_classifier/outputs/presentation_assets/av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1170432" cy="365760"/>
          </a:xfrm>
          <a:prstGeom prst="rect">
            <a:avLst/>
          </a:prstGeom>
        </p:spPr>
      </p:pic>
      <p:pic>
        <p:nvPicPr>
          <p:cNvPr id="8" name="Image 1" descr="/Users/user/projects/Python/room_type_classifier/outputs/presentation_assets/dagshu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115568"/>
            <a:ext cx="1481328" cy="420624"/>
          </a:xfrm>
          <a:prstGeom prst="rect">
            <a:avLst/>
          </a:prstGeom>
        </p:spPr>
      </p:pic>
      <p:pic>
        <p:nvPicPr>
          <p:cNvPr id="9" name="Image 2" descr="/Users/user/projects/Python/room_type_classifier/outputs/presentation_assets/github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60704"/>
            <a:ext cx="438912" cy="4389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5800" y="20848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32104" y="224942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0.760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32104" y="261518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одиночный Macro F1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154680" y="20848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300984" y="224942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0.782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300984" y="261518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Macro F1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623560" y="20848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769864" y="224942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0.797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769864" y="261518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Accuracy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8092440" y="2084832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38744" y="224942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0.660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38744" y="261518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Val loss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60120" y="40690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 data pipeline и обработаны особенности разметки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сравнены основные архитектуры для классификации изображений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одиночный результат показала ConvNeXt Nano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submission выбран ансамбль из трех моделей</a:t>
            </a:r>
            <a:endParaRPr lang="en-US" sz="1300" dirty="0"/>
          </a:p>
          <a:p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подготовлены отчет, submission и Streamlit-прототип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31520" y="59893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Ссылка на отчет: https://docs.google.com/document/d/1LT4T90vRei1lcjus16heISa5xYsl4cUo/edit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MIFI ML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 Type Classifier</dc:title>
  <dc:subject>Room Type Classifier</dc:subject>
  <dc:creator>Team 21</dc:creator>
  <cp:lastModifiedBy>Team 21</cp:lastModifiedBy>
  <cp:revision>1</cp:revision>
  <dcterms:created xsi:type="dcterms:W3CDTF">2026-05-16T20:22:04Z</dcterms:created>
  <dcterms:modified xsi:type="dcterms:W3CDTF">2026-05-16T20:22:04Z</dcterms:modified>
</cp:coreProperties>
</file>